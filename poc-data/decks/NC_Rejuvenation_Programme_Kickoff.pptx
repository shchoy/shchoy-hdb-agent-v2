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NC Rejuvenation Programme - Project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Rimba Heights NC &amp; Cendana Central NC | 10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Why rejuvenate?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Footfall at both NCs down about 15% since 2022</a:t>
            </a:r>
          </a:p>
          <a:p>
            <a:pPr>
              <a:defRPr sz="1800"/>
            </a:pPr>
            <a:r>
              <a:t>• Ageing shopfronts and poor lighting (feedback cases)</a:t>
            </a:r>
          </a:p>
          <a:p>
            <a:pPr>
              <a:defRPr sz="1800"/>
            </a:pPr>
            <a:r>
              <a:t>• Trade mix skewed: 3 hair salons, no pharmacy at Rimba Heights NC</a:t>
            </a:r>
          </a:p>
          <a:p>
            <a:pPr>
              <a:defRPr sz="1800"/>
            </a:pPr>
            <a:r>
              <a:t>• Vacancy above town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Refresh common areas with the Town Council</a:t>
            </a:r>
          </a:p>
          <a:p>
            <a:pPr>
              <a:defRPr sz="1800"/>
            </a:pPr>
            <a:r>
              <a:t>• Rebalance trade mix at renewals and tenders</a:t>
            </a:r>
          </a:p>
          <a:p>
            <a:pPr>
              <a:defRPr sz="1800"/>
            </a:pPr>
            <a:r>
              <a:t>• Pilot wider display areas to animate walkways</a:t>
            </a:r>
          </a:p>
          <a:p>
            <a:pPr>
              <a:defRPr sz="1800"/>
            </a:pPr>
            <a:r>
              <a:t>• Lift occupancy to 98% by end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Partner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Physical upgrading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Benjamin 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Kebun Raya-Rimba TC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Trade mix &amp; leasing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Nurul Huda Rahman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Policy (display pilot)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Rajesh Pillai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Tenant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Grace Chua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Merchants' association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&amp;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Kelvin Goh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Period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Design &amp; consultation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 - Jun 2026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Display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Aug 2026 - Jul 2027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Upgrading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Jan - Sep 2027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Oct 2027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Trade mix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Hold essential trades at every NC (POL-001 cl. 4)</a:t>
            </a:r>
          </a:p>
          <a:p>
            <a:pPr>
              <a:defRPr sz="1800"/>
            </a:pPr>
            <a:r>
              <a:t>• Use the concentration limit of 2 per trade at renewals</a:t>
            </a:r>
          </a:p>
          <a:p>
            <a:pPr>
              <a:defRPr sz="1800"/>
            </a:pPr>
            <a:r>
              <a:t>• Target trades: pharmacy, eldercare, enrichment</a:t>
            </a:r>
          </a:p>
          <a:p>
            <a:pPr>
              <a:defRPr sz="1800"/>
            </a:pPr>
            <a:r>
              <a:t>• Use precedents for change-of-trade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Tenants and merchants' association</a:t>
            </a:r>
          </a:p>
          <a:p>
            <a:pPr>
              <a:defRPr sz="1800"/>
            </a:pPr>
            <a:r>
              <a:t>• Town Councils</a:t>
            </a:r>
          </a:p>
          <a:p>
            <a:pPr>
              <a:defRPr sz="1800"/>
            </a:pPr>
            <a:r>
              <a:t>• Residents' committees</a:t>
            </a:r>
          </a:p>
          <a:p>
            <a:pPr>
              <a:defRPr sz="1800"/>
            </a:pPr>
            <a:r>
              <a:t>• Members of Parliament (feedback channel)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Tenant disruption during works: provide rent rebate guidelines</a:t>
            </a:r>
          </a:p>
          <a:p>
            <a:pPr>
              <a:defRPr sz="1800"/>
            </a:pPr>
            <a:r>
              <a:t>• Budget overrun</a:t>
            </a:r>
          </a:p>
          <a:p>
            <a:pPr>
              <a:defRPr sz="1800"/>
            </a:pPr>
            <a:r>
              <a:t>• Resistance to trade mix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KPIs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Target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Feedback cases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Footfall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Form working committee (Feb)</a:t>
            </a:r>
          </a:p>
          <a:p>
            <a:pPr>
              <a:defRPr sz="1800"/>
            </a:pPr>
            <a:r>
              <a:t>• Tenant briefing sessions (Mar)</a:t>
            </a:r>
          </a:p>
          <a:p>
            <a:pPr>
              <a:defRPr sz="1800"/>
            </a:pPr>
            <a:r>
              <a:t>• Draft display-area circular (by Jul)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 Rejuvenation Programme - Kickoff</dc:title>
  <dc:subject/>
  <dc:creator>Benjamin Ho</dc:creator>
  <cp:keywords/>
  <dc:description>generated using python-pptx</dc:description>
  <cp:lastModifiedBy>Benjamin Ho</cp:lastModifiedBy>
  <cp:revision>1</cp:revision>
  <dcterms:created xsi:type="dcterms:W3CDTF">2026-02-10T09:00:00Z</dcterms:created>
  <dcterms:modified xsi:type="dcterms:W3CDTF">2026-02-10T09:00:00Z</dcterms:modified>
  <cp:category/>
</cp:coreProperties>
</file>