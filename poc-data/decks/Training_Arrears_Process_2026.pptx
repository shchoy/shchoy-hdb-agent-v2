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Emphasise: no LOD before the hardship call is recorded. The SOP will be updated by end May; until then the policy prevails.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Example: June rent due 1 Jun, unpaid -&gt; day 60 is 31 Jul -&gt; LOD on 1 Aug.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Rental Arrears Process 2026 - Officer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Finance &amp; Arrears | 8 April 2026 | PLG-POL-003 v2.0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What changed on 1 April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Hardship call (FA-07) between day 31 and day 45</a:t>
            </a:r>
          </a:p>
          <a:p>
            <a:pPr>
              <a:defRPr sz="1800"/>
            </a:pPr>
            <a:r>
              <a:t>• LOD moves from day 45 to day 60</a:t>
            </a:r>
          </a:p>
          <a:p>
            <a:pPr>
              <a:defRPr sz="1800"/>
            </a:pPr>
            <a:r>
              <a:t>• Termination threshold: more than 3 months' rent incl. GST</a:t>
            </a:r>
          </a:p>
          <a:p>
            <a:pPr>
              <a:defRPr sz="1800"/>
            </a:pPr>
            <a:r>
              <a:t>• Instalments up to 12 months; Director approves above S$30k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Recovery timeline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Action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Rent due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GIRO failure check / SMS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1st reminder TPL-REM-01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2nd reminder + call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31-45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Hardship call FA-07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LOD via Legal (TPL-LOD-01)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Director: termination decision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Computing days overdue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Count from the due date of the OLDEST unpaid invoice</a:t>
            </a:r>
          </a:p>
          <a:p>
            <a:pPr>
              <a:defRPr sz="1800"/>
            </a:pPr>
            <a:r>
              <a:t>• Include GST in the arrears amount</a:t>
            </a:r>
          </a:p>
          <a:p>
            <a:pPr>
              <a:defRPr sz="1800"/>
            </a:pPr>
            <a:r>
              <a:t>• Interest 8% p.a. is tracked separately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Hardship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Cause of arrears</a:t>
            </a:r>
          </a:p>
          <a:p>
            <a:pPr>
              <a:defRPr sz="1800"/>
            </a:pPr>
            <a:r>
              <a:t>• Business viability (sales trend, other debts)</a:t>
            </a:r>
          </a:p>
          <a:p>
            <a:pPr>
              <a:defRPr sz="1800"/>
            </a:pPr>
            <a:r>
              <a:t>• Proposed repayment</a:t>
            </a:r>
          </a:p>
          <a:p>
            <a:pPr>
              <a:defRPr sz="1800"/>
            </a:pPr>
            <a:r>
              <a:t>• Record in PLG Records within 1 working day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Instalment plans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1097280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 arrears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Max 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Approver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&lt;= S$30,000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Manager F&amp;A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 S$30,000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Director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Minimart, S$11k arrears at day 35</a:t>
            </a:r>
          </a:p>
          <a:p>
            <a:pPr>
              <a:defRPr sz="1800"/>
            </a:pPr>
            <a:r>
              <a:t>• Hardship call: supplier dispute</a:t>
            </a:r>
          </a:p>
          <a:p>
            <a:pPr>
              <a:defRPr sz="1800"/>
            </a:pPr>
            <a:r>
              <a:t>• Instalment plan 4 months approved</a:t>
            </a:r>
          </a:p>
          <a:p>
            <a:pPr>
              <a:defRPr sz="1800"/>
            </a:pPr>
            <a:r>
              <a:t>• Cleared in full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Common mistakes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Issuing LOD at day 45 (old rule)</a:t>
            </a:r>
          </a:p>
          <a:p>
            <a:pPr>
              <a:defRPr sz="1800"/>
            </a:pPr>
            <a:r>
              <a:t>• Forgetting GST in arrears</a:t>
            </a:r>
          </a:p>
          <a:p>
            <a:pPr>
              <a:defRPr sz="1800"/>
            </a:pPr>
            <a:r>
              <a:t>• Not logging calls</a:t>
            </a:r>
          </a:p>
          <a:p>
            <a:pPr>
              <a:defRPr sz="1800"/>
            </a:pPr>
            <a:r>
              <a:t>• Approving renewals with arrears &gt; 1 month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Contact: Priya Menon, Manager F&amp;A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Rental Arrears Process 2026 - Officer Training</dc:title>
  <dc:subject/>
  <dc:creator>Priya Menon</dc:creator>
  <cp:keywords/>
  <dc:description>generated using python-pptx</dc:description>
  <cp:lastModifiedBy>Priya Menon</cp:lastModifiedBy>
  <cp:revision>1</cp:revision>
  <dcterms:created xsi:type="dcterms:W3CDTF">2026-04-08T09:00:00Z</dcterms:created>
  <dcterms:modified xsi:type="dcterms:W3CDTF">2026-04-08T09:00:00Z</dcterms:modified>
  <cp:category/>
</cp:coreProperties>
</file>